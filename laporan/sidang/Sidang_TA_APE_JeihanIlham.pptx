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Salam pembuka. Perkenalkan diri, sebutkan judul, pembimbing. 30 detik.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Peta presentasi 30 menit: ±8 menit konteks, ±10 menit metode &amp; instrumen, ±8 menit hasil, ±4 menit kesimpulan.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Redmon = dasar YOLO; Sapkota &amp; Karkee = evolusi YOLO26 tanpa NMS; Nieto = struktur metadata visual kompleks; De Rosa = bottleneck bergeser ke serving layer pada pipeline yang teroptimasi.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Brito 2019 = bukti empiris over-fetching REST &amp; reduksi payload GraphQL ~99%. Hartig &amp; Pérez = semantik formal GraphQL. Ini masalah nyata mitra, bukan skenario buatan.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Lawi &amp; Stępień = klaster studi relasional dengan confound DB I/O. Jin 2024 = konteks serverless, keunggulan kondisional. Quiña-Mera = systematic mapping: riset caching GraphQL masih tipis.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Tiga RQ berjenjang: baseline → faktor → sintesis rekomendasi. Struktur hasil di Bab V mengikuti ini persis.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 = biaya GraphQL fungsi dari resolver yang dipanggil (dasar H1/H4). Breslau = akses web berpola Zipf (dasar H2/H3). Wittern = respons GraphQL sensitif struktur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Ceritakan sebagai kekuatan: audit menemukan confounder, desain diperbaiki. Wohlin = kerangka eksperimen rekayasa perangkat lunak yang memandu redesign.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Zhu = paper VisDrone. Ali &amp; Zhang = review YOLO. ERD kanan: sequence→image→detection←track. Tegaskan: model dieksekusi sekali, offline — eksperimen API tidak menjalankan inferensi.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Cerita pilot ini menunjukkan disiplin eksperimen: eliminasi penyebab sistem satu-satu, lalu A/B. Kriteria penerimaan model: konvergensi + kecukupan lebar distribusi densitas (bukan mAP).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Fielding = enam constraint REST yang diimplementasikan jujur. Massé = desain endpoint. Inti slide: fairness by construction — semua di bawah protokol dipaksa identik.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slide pertahanan metodologi terkuat. Kalau penguji tanya 'apa yang membuat perbandingan ini adil?' — jawabannya slide ini: setiap klaim fairness punya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RFC 9111 = semantik cache HTTP. APQ = protokol wire Apollo, diimplementasikan manual di Strawberry. Biaya registrasi APQ ikut TERUKUR (counter), tidak diasumsikan hilang.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Tene = argumen coordinated omission (kanonik industri). Breslau = justifikasi zipfian. Semua faktor diinjeksikan via environment variable oleh orchestrator — server tidak tahu sedang diuji.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Prinsip core-grid-then-drill-in. run_plan.csv = kontrak tetap; run_uid di-hash dari seluruh faktor + session id (anti silent-resume).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Bang/Kang = bukti pola query visual (filter, agregasi, top-K) itu nyata di sistem VDBMS. Jin = dasar round-trip vs komposit. Kalibrasi memastikan 'overload' terdefinisi empiris, bukan tebakan.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Arcuri &amp; Briand = panduan statistik untuk eksperimen randomized SE: jangan p-value semata. Ini menjawab pertanyaan penguji 'kenapa bukan ANOVA' — normalitas dilanggar, pooling antar sel = pseudo-replikasi.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Angka dari korpus final (30 run/sel). Interpretasi kausal karena fairness by construction. Cha = teori biaya resolver yang menjelaskan pelebaran selisih pada densitas tinggi.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figur paling dramatis — jelaskan dengan tenang: bukan anomali, tapi perilaku antrian open-loop di atas titik jenuh. Kalibrasi memastikan perbandingan apple-to-apple.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Antisipasi pertanyaan 'kenapa throughput sama?': model open-loop menyamakan laju kedatangan; kapasitas terlihat di CPU dan di perilaku overload, bukan di throughput sub-saturasi.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Jaringan = profil lan teremulasi (delay 5±1 ms) — penghematan RT hanya beberapa ms; pada RTT lebih besar crossover bergeser pro-GraphQL. Ini nuansa yang membuat kesimpulan tidak hitam-putih.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Kontribusi utama penelitian: crossover terukur dengan K* konkret, pada substrat yang fair. Bukan 'GraphQL lebih lambat titik' — melainkan fungsi dari berapa round-trip yang digantikan.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Dua sisi kejujuran: (1) hit-rate setara membuktikan perbandingan caching fair; (2) manfaat cache bergantung pola akses — tanpa reuse, proxy hanya menambah 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Menyebut ancaman DULUAN sebelum ditanya = kredibilitas. Bug telemetri diceritakan jujur: ditemukan, diperbaiki, klaim di-scope ulang.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Tutup dengan scoped claim: hasil berlaku pada kondisi yang diuji, bukan klaim universal. Instrumen APE = kontribusi yang bertahan melampaui angka.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Matriks rekomendasi = produk akhir yang dijanjikan Bab I untuk stakeholder (PT Ganesha, backend engineer, peneliti).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Jeda, senyum, siap Q&amp;A. Slide backup menyusul di belakang.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Jika ditanya soal hyperparameter atau 'kenapa bukan default'. Tunjukkan disiplin: satu variabel per uji, log terarsip.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Pertanyaan penguji potensial: 'bagaimana Anda tahu telemetrinya benar?' — jawab: pilot verifikasi pasca-fix + uji kewajaran nilai.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yang menunjukkan kedalaman teknis; hanya keluar kalau ditanya soal emulasi jaringan.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Kalau ditanya 'bagaimana persisnya GraphQL bisa di-cache': jalankan alur ini di papan tulis.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Jawaban 'kenapa bukan ANOVA / kenapa bukan Bonferroni': normalitas dilanggar; Bonferroni terlalu konservatif; Holm standar; effect size wajib (Arcuri &amp; Briand).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penutup pertahanan fairness: setiap klaim punya bukti otomatis yang bisa dijalankan ulang.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ANALISIS PERFORMA KOMUNIKASI DATA REST API DAN GRAPHQL DALAM PENYAJIAN DATA DETEKSI OBJEK MENGGUNAKAN YOLO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5A6B7A"/>
                </a:solidFill>
              </a:rPr>
              <a:t>Sidang Tugas Akhir — Program Sarjana Terapan Teknik Informatika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A2B44"/>
                </a:solidFill>
              </a:rPr>
              <a:t>Jeihan Ilham Kusumawardhana — 221524042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5A6B7A"/>
                </a:solidFill>
              </a:rPr>
              <a:t>Jurusan Teknik Komputer dan Informatika · Politeknik Negeri Bandung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PEMBUKA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Latar belakang &amp; masalah industri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Research gap, pertanyaan penelitian (RQ1–RQ3), hipotesis (H1–H4)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Metodologi: desain dua tahap, data pipeline, instrumen APE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Desain eksperimen: fairness, caching, workload, skenario M1–M6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Hasil per RQ + ancaman validitas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Kesimpulan &amp; rekomendasi arsitektural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Latar Belakang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Deteksi objek (YOLO) menjadi standar industri computer vision real-time.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5A6B7A"/>
                </a:solidFill>
              </a:rPr>
              <a:t>Output-nya bukan tabel datar: metadata nested — class, confidence, bounding box, track.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Nilai model tidak berhenti di inferensi: hasil harus DISAJIKAN ke klien melalui API.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Delivery layer yang lambat menggerus manfaat inferensi real-time.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YOLO26: end-to-end tanpa NMS → waktu komputasi model deterministik → bottleneck bergeser ke lapisan penyajian.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Redmon et al., 2016 · Sapkota &amp; Karkee, 2025 · Nieto et al., 2021 · De Rosa et al.,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Masalah Industri: Kebutuhan Data Klien Heterogen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Observasi mitra industri (PT Ganesha Digital Solusi, agensi solusi AI):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5A6B7A"/>
                </a:solidFill>
              </a:rPr>
              <a:t>Dashboard web → butuh data visual utuh (semua bounding box).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5A6B7A"/>
                </a:solidFill>
              </a:rPr>
              <a:t>Mobile / IoT → hanya ringkasan (class + confidence), hemat bandwidth &amp; baterai.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REST: struktur respons kaku → over-fetching / under-fetching.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GraphQL: declarative data fetching — klien memilih field.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Namun: GraphQL default POST → tidak cacheable secara HTTP; fleksibilitas ≠ gratis.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Brito et al., 2019 · Hartig &amp; Pérez, 2018 · GraphQL Foundation,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I–II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Studi komparasi terdahulu: sistem informasi relasional generik —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5A6B7A"/>
                </a:solidFill>
              </a:rPr>
              <a:t>latensi tercampur I/O basis data &amp; eksekusi SQL, bukan efek protokol murni.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Payload uji = JSON datar/relasional, bukan metadata nested khas computer vision.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Caching — pembeda paling praktis REST vs GraphQL — jarang dikontrol sebagai variabel.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GAP: belum ada perbandingan fair (sumber data, jalur akses, caching SETARA) pada payload deteksi objek.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Lawi et al., 2021 · Stępień &amp; Skublewska-Paszkowska, 2025 · Jin et al., 2024 · Quiña-Mera et al., 2023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Pertanyaan Penelitian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RQ1 — Kinerja dasar: bagaimana perbedaan response time, throughput, CPU/memori REST vs GraphQL pada sumber data &amp; jalur akses identik, tanpa caching?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RQ2 — Faktor: bagaimana pengaruh caching, pola akses, entropi query, bobot payload, dan konsolidasi round-trip terhadap selisih kinerja?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RQ3 — Crossover: pada kondisi apa REST tetap unggul, dan kapan GraphQL menyamai/melampaui? → matriks rekomendasi arsitektural.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Hipotesis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H1 — Cache off + payload ringan: REST lebih cepat (tanpa AST parsing &amp; resolver traversal).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H2 — Cache on + akses berulang (zipfian): selisih menyempit (cache memangkas kerja origin).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H3 — Entropi query tinggi → cache-hit rate turun; lebih menekan GraphQL (variasi selection set = cache key APQ berbeda).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H4 — Payload berat (trajectory lintas frame) memperbesar selisih (biaya resolusi &amp; serialisasi naik).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Setiap hipotesis diuji per sel: Mann-Whitney U + effect size.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Cha et al., 2020 · Breslau et al., 1999 · Wittern et al., 2019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Desain Dua Tahap: Mengapa Pivot?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Tahap 1 — Uji pendahuluan: pool in-memory, tanpa DB, tanpa caching.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5A6B7A"/>
                </a:solidFill>
              </a:rPr>
              <a:t>Temuan: selisih ±100 ms ternyata didominasi mode implementasi (typed vs passthrough), bukan protokol.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5A6B7A"/>
                </a:solidFill>
              </a:rPr>
              <a:t>Kondisi tanpa DB &amp; tanpa caching tidak merepresentasikan produksi.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→ Tahap 2 — Eksperimen utama: corpus relasional SQLite, caching sebagai variabel, pola akses &amp; entropi dikontrol.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Uji pendahuluan diposisikan sebagai kalibrasi instrumen — kejujuran metodologis, bukan kegagalan.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Wohlin et al., 2024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Pipeline Data: VisDrone → YOLO26 → SQLite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30935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Dataset: VisDrone-MOT (drone, kepadatan objek tinggi &amp; bervariasi).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YOLO26n fine-tuned → inferensi + tracking lintas frame (offline, sekali).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Corpus relasional: 7 sequence · 2.846 image · 5.429 track · 104.767 detection.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Tier densitas per citra (kuartil): low / medium / high.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Model = black-box konstan; akurasi (mAP) BUKAN variabel penelitian.</a:t>
            </a:r>
          </a:p>
        </p:txBody>
      </p:sp>
      <p:pic>
        <p:nvPicPr>
          <p:cNvPr id="6" name="Picture 5" descr="fig_20_erd_mot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215" y="1188720"/>
            <a:ext cx="4572000" cy="49812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Zhu et al., 2021 · Ali &amp; Zhang, 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Fine-tuning YOLO26: Konfigurasi Berbasis Bukti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imgsz 1280 (objek kecil VisDrone), batch 4 (T4 16GB), amp on, seed 42.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Epochs 200 (plafon) + early stopping patience 15 — run sebelumnya terpotong di plafon 100.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Optimizer: SGD EKSPLISIT (lr0=0,01, momentum=0,937) — bukan "auto".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5A6B7A"/>
                </a:solidFill>
              </a:rPr>
              <a:t>Pilot: "auto" memilih MuSGD → 1,2 s/iterasi (~4× lebih lambat di T4); A/B satu-variabel mengisolasi optimizer sebagai penyebab.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5A6B7A"/>
                </a:solidFill>
              </a:rPr>
              <a:t>Final terukur 3,6–4,1 iterasi/detik (~28 jam plafon 200 epoch).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Sapkota &amp; Karkee, 2025 · dok. pilot internal: PILOT_TRAINING_YOLO26.md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Instrumen: Arsitektur 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k6 (open-loop) → netns + netem → [Varnish] → REST ATAU GraphQL → shared DAL → SQLite.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Kedua server memanggil DetectionDAL yang SAMA — nol SQL di lapisan penyajian.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Server bergantian pada port sama, single worker, kuota CPU/memori seragam (systemd).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Telemetri psutil per-PID pada core terpisah.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Satu-satunya perbedaan sistematis = lapisan protokol + serialisasi.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Fielding, 2000 · Massé, 2011 · Fielding &amp; Taylor, 2002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Mekanisme Fairness (Dapat Diuji, Bukan Diklaim)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Shared DAL + APE_LOG_SQL: SQL REST vs GraphQL DIBANDINGKAN (A2), bukan diasumsikan.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Paritas byte: JSON compact + snake_case dua sisi; selisih envelope konstan 19/13 B.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Header cache dari SATU fungsi (ETag, Cache-Control, 304) untuk kedua protokol.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GraphQL pakai resolver Strawberry NYATA + DataLoader batching (bukan strawman N+1).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REST pakai proyeksi field NYATA di server (fields=), bukan kirim-semua-buang.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Acceptance tests A1–A3 otomatis: paritas data, jalur akses, fairness cache.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Cha et al., 2020 · Wittern et al., 2019 · Hartig &amp; Pérez, 2018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Caching yang Setara: Varnish + APQ-over-GET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Masalah: POST /graphql tidak cacheable menurut semantik HTTP.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Solusi: Automatic Persisted Queries over GET —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5A6B7A"/>
                </a:solidFill>
              </a:rPr>
              <a:t>kirim sha256(query) saja → cacheable oleh reverse proxy;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5A6B7A"/>
                </a:solidFill>
              </a:rPr>
              <a:t>teks query penuh hanya sekali saat registrasi (PERSISTED_QUERY_NOT_FOUND).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Varnish membaca Cache-Control dari backend — tidak tahu protokol mana yang hidup.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Endpoint anti-cache (random) dipaksa no-store di kedua sisi.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Fielding et al., 2022 (RFC 9111) · Apollo GraphQL, 2026 · Breslau et al., 1999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Workload: Open-Loop agar Tail Latency Jujur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k6 constant-arrival-rate: laju permintaan TIDAK melambat saat server melambat.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5A6B7A"/>
                </a:solidFill>
              </a:rPr>
              <a:t>Closed-loop menyembunyikan backpressure = coordinated omission → p95/p99 bias rendah.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Pola akses: unique (no-repeat) / uniform / zipfian (θ=0,99, hot-set condong).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Entropi bentuk query: pool 1 / 4 / 8 shape → mengatur keragaman cache key (mekanisme H3).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Payload: light (deteksi per citra) vs heavy (trajectory ber-window).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1 warmup dibuang + 30 run terukur per sel, seed 42, resume-safe.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Tene, 2015 · Breslau et al., 1999 · Wohlin et al., 2024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Desain Eksperimen 1: Grid Inti Caching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2 protokol × 2 caching × 3 pola akses × 2 bobot payload = 24 blok.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Faktor lain dikunci: entropi medium, densitas medium, network constrained, 10 req/s.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24 blok × 30 run terukur = 720 run (korpus phase2-core-real).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Urutan blok diacak seed-42 → drift termal tidak konfound dengan faktor.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Menjawab: RQ2 (caching, pola akses, payload) &amp; RQ3.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Wohlin et al., 2024 · Arcuri &amp; Briand, 2011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Desain Eksperimen 2: Studi Skenario MOT (M1–M6)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6675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M1 baseline · M2 partial field · M3 filter predikat · M4 agregasi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M5 trajectory ber-window (REST 2 round-trip vs GraphQL 1 komposit)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M6 paginasi K id (REST K call cacheable vs GraphQL 1 komposit)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Laju DIKALIBRASI: 40/80/120% dari ceiling protokol terendah per keluarga.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5A6B7A"/>
                </a:solidFill>
              </a:rPr>
              <a:t>r120_overload dianalisis TERPISAH, tidak pernah digabung.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2×6×3×3×30 = 3.240 run terukur (mot-scenarios-core).</a:t>
            </a:r>
          </a:p>
        </p:txBody>
      </p:sp>
      <p:pic>
        <p:nvPicPr>
          <p:cNvPr id="6" name="Picture 5" descr="fig_19_activity_execu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975" y="1188720"/>
            <a:ext cx="4206240" cy="115623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Bang et al., 2023 · Kang et al., 2020 · Jin et al., 2024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Metrik &amp; Analisis Statistik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Metrik: latency p50/p95/p99 · throughput · payload bytes · cache-hit rate · error rate · APQ registrations · CPU · RSS.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Distribusi latency right-skewed → non-parametrik: median + IQR per sel (n=30).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Uji per sel: Mann-Whitney U (α=0,05) + effect size (rank-biserial / Vargha-Delaney A12).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Koreksi perbandingan ganda: Holm per keluarga metrik.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n=30/sel → hampir semua signifikan → interpretasi bertumpu pada EFFECT SIZE.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Mann &amp; Whitney, 1947 · Vargha &amp; Delaney, 2000 · Kerby, 2014 · Tomczak &amp; Tomczak, 2014 · Arcuri &amp; Briand, 2011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V · mot-scenarios-core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Hasil RQ1 — Latency: REST Unggul di Semua Sel Citra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Sub-saturasi (r40/r80): median latency REST lebih rendah di SELURUH sel M1–M4.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Selisih GraphQL: +51% s.d. +141% pada r80.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5A6B7A"/>
                </a:solidFill>
              </a:rPr>
              <a:t>Contoh M1|high r80: REST 8,70 ms vs GraphQL 20,94 ms.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Selisih MELEBAR seiring densitas objek — konsisten biaya resolver per objek.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Mendukung H1.</a:t>
            </a:r>
          </a:p>
        </p:txBody>
      </p:sp>
      <p:pic>
        <p:nvPicPr>
          <p:cNvPr id="6" name="Picture 5" descr="fig_rq1_lat_p50_r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575" y="1188720"/>
            <a:ext cx="5120640" cy="24767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Cha et al., 2020 · Wittern et al., 2019 · Brito &amp; Valente, 2020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V · mot-scenarios-core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Hasil RQ1 — Overload: GraphQL Kolaps, REST Stabil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r120 (120% ceiling): GraphQL saturasi antrean di sel terpadat.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5A6B7A"/>
                </a:solidFill>
              </a:rPr>
              <a:t>M1|high: median GraphQL melonjak ke 6.725 ms — REST tetap 8,64 ms.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Dua orde besaran — pada laju yang MASIH dilayani REST dengan normal.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Baris overload dianalisis terpisah (protokol kalibrasi).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Konsisten literatur: REST unggul pada konkurensi tinggi.</a:t>
            </a:r>
          </a:p>
        </p:txBody>
      </p:sp>
      <p:pic>
        <p:nvPicPr>
          <p:cNvPr id="6" name="Picture 5" descr="fig_rq1_lat_p50_r120_over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575" y="1188720"/>
            <a:ext cx="5120640" cy="24767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Jin et al., 2024 · Niswar et al., 2024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V · mot-scenarios-core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Hasil RQ1 — Sumber Daya: CPU Pembeda Utama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Open-loop: throughput sub-saturasi setara target dua protokol (≈50 req/s @r80) — by design.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Pembeda konsisten: CPU.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5A6B7A"/>
                </a:solidFill>
              </a:rPr>
              <a:t>M1|high r80: REST 17,96% vs GraphQL 79,45% ≈ 4,4×.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Sumber biaya: parsing query, validasi skema, resolver traversal.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Implikasi kapasitas: head-room REST jauh lebih besar pada beban sama.</a:t>
            </a:r>
          </a:p>
        </p:txBody>
      </p:sp>
      <p:pic>
        <p:nvPicPr>
          <p:cNvPr id="6" name="Picture 5" descr="fig_rq1_cpu_r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575" y="1188720"/>
            <a:ext cx="5120640" cy="24767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Hartig &amp; Pérez, 2018 · Cha et al., 2020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V · mot-scenarios-core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Hasil RQ2 — M5: Crossover Jendela 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REST: 2 round-trip (track → trajectory). GraphQL: 1 query komposit.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Jendela kecil w2: SETARA — GraphQL 14,73 ms vs REST 14,79 ms (hemat 1 RT termonetisasi).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Jendela besar w23: GraphQL 20,07 ms vs REST 15,67 ms — biaya resolusi payload melampaui penghematan RT.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Keunggulan konsolidasi GraphQL KONDISIONAL pada ukuran payload.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Mendukung H4 (payload berat memperbesar selisih).</a:t>
            </a:r>
          </a:p>
        </p:txBody>
      </p:sp>
      <p:pic>
        <p:nvPicPr>
          <p:cNvPr id="6" name="Picture 5" descr="fig_rq2_m5_window_r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575" y="1188720"/>
            <a:ext cx="5120640" cy="3129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Jin et al., 2024 · Cha et al., 2020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V · mot-scenarios-core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Hasil RQ2 — M6: Crossover Paginasi (Temuan Kunci)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Halaman K id: REST K round-trip (masing-masing cacheable) vs GraphQL 1 komposit.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Titik silang K* ≈ 2 (interpolasi Δ page-latency).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K ≥ 5: GraphQL menang KONSISTEN — konsolidasi round-trip terbayar penuh.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Tanda Δ berbalik antara 2 dan 5 round-trip (ringkasan M5+M6).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Inilah kondisi RQ3 di mana GraphQL melampaui REST.</a:t>
            </a:r>
          </a:p>
        </p:txBody>
      </p:sp>
      <p:pic>
        <p:nvPicPr>
          <p:cNvPr id="6" name="Picture 5" descr="fig_rq2_m6_crossover_r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575" y="1188720"/>
            <a:ext cx="5120640" cy="32679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Jin et al., 2024 · Brito et al., 2019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V · phase2-core-real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Hasil RQ3 — Caching: APQ Menyetarakan, Manfaat Asimetris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Hit rate zipfian-light: REST 0,43 vs GraphQL 0,42 — APQ menyetarakan cacheability (fair).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Manfaat cache LEBIH BESAR bagi GraphQL: −3,09 ms vs REST −0,41 ms (zipfian light).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5A6B7A"/>
                </a:solidFill>
              </a:rPr>
              <a:t>Tiap hit menghindari kerja origin GraphQL yang lebih mahal.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Pola uniform (reuse rendah): lapisan cache justru +0,68 ms (overhead proxy).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Mendukung H2 sebagian: cache MENYEMPITKAN, tidak menghapus, selisih.</a:t>
            </a:r>
          </a:p>
        </p:txBody>
      </p:sp>
      <p:pic>
        <p:nvPicPr>
          <p:cNvPr id="6" name="Picture 5" descr="fig_22_rq3_latency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575" y="1188720"/>
            <a:ext cx="5120640" cy="27493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Fielding et al., 2022 (RFC 9111) · Apollo GraphQL, 2026 · Breslau et al., 1999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Ancaman Validitas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Internal: netem = emulasi (bukan WAN nyata); CPU/RSS korpus caching invalid (bug PID sampler — diperbaiki sebelum studi MOT; klaim CPU 100% dari korpus MOT).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Konstruk: cache-hit dari header X-Cache Varnish — merepresentasikan lapisan yang diuji.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Antar-korpus: profil lan vs constrained → tidak dibandingkan lintas korpus.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Eksternal: 1 mesin, 1 corpus (7 sequence), FastAPI + Strawberry — bukan semua implementasi.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X-Process-Time tidak dipanen di studi utama (keterbatasan pengukuran).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Wohlin et al., 2024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Kesimpulan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RQ1: REST konsisten lebih cepat &amp; jauh lebih hemat CPU (~4×) pada akses non-relasional; tegas saat overload. (H1 ✓)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RQ2: keunggulan GraphQL kondisional — konsolidasi round-trip terbayar saat payload kecil / K besar; crossover M6 di K*≈2, menang penuh K≥5. (H4 ✓)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RQ3: APQ menyetarakan cacheability; manfaat cache asimetris pro-GraphQL &amp; bergantung pola akses. (H2 sebagian; H3 mekanistis)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Kontribusi: metodologi benchmark fair + instrumen APE yang replikabel — bukan sekadar angka.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BAB VI–VII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Rekomendasi Arsitektural &amp; Saran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Pilih REST: akses per-resource, beban tinggi, CPU terbatas, payload padat.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Pertimbangkan GraphQL: kebutuhan multi-resource per interaksi (K≥5), payload kecil-menengah, cache-hit tinggi + APQ.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Selalu: ukur pada beban &amp; pola akses ANDA — crossover bergeser dengan RTT dan K.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Saran: WAN nyata, autentikasi, corpus lain, HTTP/2, sub-studi N+1 batching, arm m6cache/m5embed.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Jin et al., 2024 · Niswar et al., 2024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Jeihan Ilham Kusumawardhana — 221524042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Artefak: instrumen APE (server, orchestrator, k6, telemetry), corpus, hasil, dokumentasi replikasi.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Siap menerima pertanyaan.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LAMPIRAN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BACKUP — Pilot Optimizer: MuSGD vs SGD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Gejala: 1,2 s/iterasi (~4× baseline) pada training final.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Eliminasi sistem: driver, kernel, PCIe, throttling, I/O — semua clear.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optimizer="auto" memilih MuSGD bila total iterasi &gt; ~10k; uji singkat jatuh ke AdamW (masalah tersembunyi).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A/B satu-variabel (C2 vs D1): MuSGD ≈ 4× lebih lambat dari SGD di T4.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Keputusan: SGD eksplisit, 3,6–4,1 it/s, plafon 200 epoch ≈ 28 jam.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dok. pilot: PILOT_TRAINING_YOLO26.md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LAMPIRAN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BACKUP — Bug Telemetri &amp; Scoping CPU/RSS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phase2-core-real: sampler memantau PID pembungkus sudo, bukan server → CPU/RSS invalid.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Ditemukan → diperbaiki → diverifikasi ulang dengan pilot SEBELUM studi MOT.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Konsekuensi scoping: semua klaim CPU/RSS dari mot-scenarios-core (valid).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Korpus caching tetap valid untuk latency, payload, cache-hit (jalur metrik berbeda: k6, bukan sampler).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LAMPIRAN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BACKUP — Topologi Jaringan: netns + Satu Hop veth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594359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Ancaman: netem pada loopback menunda SEMUA hop — cache MISS kena delay 2×.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Solusi: server+Varnish di network namespace; netem hanya di veth host-side (1 hop klien↔edge).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Hop Varnish↔backend di loopback namespace — tidak tersentuh delay.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Verifikasi terukur: MISS 2× → 1× delay.</a:t>
            </a:r>
          </a:p>
        </p:txBody>
      </p:sp>
      <p:pic>
        <p:nvPicPr>
          <p:cNvPr id="6" name="Picture 5" descr="fig_18_deployment_experiment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455" y="1188720"/>
            <a:ext cx="4937760" cy="769844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LAMPIRAN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BACKUP — Protokol Wire APQ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GET /graphql?extensions={persistedQuery:{sha256Hash}}&amp;variables=… (hash-only).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Server kenal hash → eksekusi; tidak → PERSISTED_QUERY_NOT_FOUND.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Klien registrasi: +query=&lt;teks penuh&gt;; server verifikasi sha256(query)==hash, simpan.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Registrasi TERUKUR (apq_registrations) — biaya round-trip ekstra tidak diasumsikan hilang.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Store proses-lokal (single worker); multi-worker perlu store bersama (di luar lingkup).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Apollo GraphQL,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LAMPIRAN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BACKUP — Statistik: Holm &amp; Aturan Interpretasi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Eksperimen utama: koreksi Holm per keluarga metrik (implementasi analyze_phase2.py).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Uji pendahuluan: Benjamini-Hochberg FDR q=0,05.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n=30/sel → p hampir selalu &lt; 0,05 → keputusan bertumpu effect size.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Ambang |δ| Cliff: 0,147 kecil · 0,33 sedang · 0,474 besar.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Trend lintas tier (Jonckheere-Terpstra) = analisis lanjutan.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A6B7A"/>
                </a:solidFill>
              </a:rPr>
              <a:t>Rujukan: Arcuri &amp; Briand, 2011 · Vargha &amp; Delaney, 2000 · Kerby, 2014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932688"/>
            <a:ext cx="1463040" cy="38100"/>
          </a:xfrm>
          <a:prstGeom prst="rect">
            <a:avLst/>
          </a:prstGeom>
          <a:solidFill>
            <a:srgbClr val="0C7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A6B7A"/>
                </a:solidFill>
              </a:rPr>
              <a:t>LAMPIRAN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2B44"/>
                </a:solidFill>
              </a:rPr>
              <a:t>BACKUP — Bukti Paritas &amp; Acceptance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A1 Paritas data: respons deep-equal REST vs GraphQL per tier, filter, dan kasus 404.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A2 Jalur akses: APE_LOG_SQL → SQL kedua protokol di-diff (tabel &amp; predikat identik).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A3 Fairness cache: Varnish nyata — MISS→HIT dgn ETag sama; no-store dihormati; hash mismatch ditolak.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Hasil: 18 passed / 2 skipped; delta envelope konstan 19 B (M1–M3) / 13 B (M4).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A2B44"/>
                </a:solidFill>
              </a:rPr>
              <a:t>Drift guard: query di test suite = query di k6 (test_queries_match_k6_workload).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